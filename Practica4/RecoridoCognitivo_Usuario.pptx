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9" roundtripDataSignature="AMtx7miP9ujaOQAakFnIV734dIIIGV1B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rgbClr val="88A44E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Plantilla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s-ES"/>
              <a:t>Test de recorridos cognitivos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3065037" y="4788092"/>
            <a:ext cx="59170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DESSI (Desarrollo y Evaluación de Sistemas Software Interactivos) – Universidad de Granada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67" y="1050721"/>
            <a:ext cx="2021549" cy="163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043964"/>
            <a:ext cx="2114116" cy="2099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48664" y="3148685"/>
            <a:ext cx="1962645" cy="199481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2248675" y="746326"/>
            <a:ext cx="1962600" cy="882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2248678" y="377000"/>
            <a:ext cx="10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Acceder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2"/>
          <p:cNvGrpSpPr/>
          <p:nvPr/>
        </p:nvGrpSpPr>
        <p:grpSpPr>
          <a:xfrm>
            <a:off x="2328828" y="1044442"/>
            <a:ext cx="1882455" cy="246300"/>
            <a:chOff x="2328828" y="832775"/>
            <a:chExt cx="1882455" cy="246300"/>
          </a:xfrm>
        </p:grpSpPr>
        <p:sp>
          <p:nvSpPr>
            <p:cNvPr id="97" name="Google Shape;97;p2"/>
            <p:cNvSpPr txBox="1"/>
            <p:nvPr/>
          </p:nvSpPr>
          <p:spPr>
            <a:xfrm>
              <a:off x="2485983" y="832775"/>
              <a:ext cx="1725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 a la pantalla de registro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2328828" y="1253418"/>
            <a:ext cx="919200" cy="246221"/>
            <a:chOff x="2328828" y="832766"/>
            <a:chExt cx="919200" cy="246221"/>
          </a:xfrm>
        </p:grpSpPr>
        <p:sp>
          <p:nvSpPr>
            <p:cNvPr id="100" name="Google Shape;100;p2"/>
            <p:cNvSpPr txBox="1"/>
            <p:nvPr/>
          </p:nvSpPr>
          <p:spPr>
            <a:xfrm>
              <a:off x="2485968" y="832766"/>
              <a:ext cx="76206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Registrarse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"/>
          <p:cNvSpPr/>
          <p:nvPr/>
        </p:nvSpPr>
        <p:spPr>
          <a:xfrm>
            <a:off x="4651550" y="755651"/>
            <a:ext cx="1962600" cy="765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651551" y="386323"/>
            <a:ext cx="8942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Filtrar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4731715" y="969099"/>
            <a:ext cx="919200" cy="246221"/>
            <a:chOff x="2328828" y="832766"/>
            <a:chExt cx="919200" cy="246221"/>
          </a:xfrm>
        </p:grpSpPr>
        <p:sp>
          <p:nvSpPr>
            <p:cNvPr id="105" name="Google Shape;105;p2"/>
            <p:cNvSpPr txBox="1"/>
            <p:nvPr/>
          </p:nvSpPr>
          <p:spPr>
            <a:xfrm>
              <a:off x="2485968" y="832766"/>
              <a:ext cx="76206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 a filtros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4731715" y="1178075"/>
            <a:ext cx="1618736" cy="246300"/>
            <a:chOff x="2328828" y="832757"/>
            <a:chExt cx="1618736" cy="246300"/>
          </a:xfrm>
        </p:grpSpPr>
        <p:sp>
          <p:nvSpPr>
            <p:cNvPr id="108" name="Google Shape;108;p2"/>
            <p:cNvSpPr txBox="1"/>
            <p:nvPr/>
          </p:nvSpPr>
          <p:spPr>
            <a:xfrm>
              <a:off x="2485964" y="832757"/>
              <a:ext cx="1461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Seleccionar ánimo(s)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4630817" y="736050"/>
            <a:ext cx="202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Aplicar estado de ánimo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661925" y="1719899"/>
            <a:ext cx="1962600" cy="851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2"/>
          <p:cNvGrpSpPr/>
          <p:nvPr/>
        </p:nvGrpSpPr>
        <p:grpSpPr>
          <a:xfrm>
            <a:off x="4742077" y="1933351"/>
            <a:ext cx="919200" cy="246221"/>
            <a:chOff x="2328828" y="832766"/>
            <a:chExt cx="919200" cy="246221"/>
          </a:xfrm>
        </p:grpSpPr>
        <p:sp>
          <p:nvSpPr>
            <p:cNvPr id="113" name="Google Shape;113;p2"/>
            <p:cNvSpPr txBox="1"/>
            <p:nvPr/>
          </p:nvSpPr>
          <p:spPr>
            <a:xfrm>
              <a:off x="2485968" y="832766"/>
              <a:ext cx="76206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 a filtros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4742078" y="2142338"/>
            <a:ext cx="1861729" cy="400200"/>
            <a:chOff x="2328828" y="832768"/>
            <a:chExt cx="1861729" cy="400200"/>
          </a:xfrm>
        </p:grpSpPr>
        <p:sp>
          <p:nvSpPr>
            <p:cNvPr id="116" name="Google Shape;116;p2"/>
            <p:cNvSpPr txBox="1"/>
            <p:nvPr/>
          </p:nvSpPr>
          <p:spPr>
            <a:xfrm>
              <a:off x="2485957" y="832768"/>
              <a:ext cx="1704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Dejar sin ánimos seleccionados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2"/>
          <p:cNvSpPr txBox="1"/>
          <p:nvPr/>
        </p:nvSpPr>
        <p:spPr>
          <a:xfrm>
            <a:off x="4651555" y="1700288"/>
            <a:ext cx="196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Quitar estado(s) de ánimo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7058025" y="386325"/>
            <a:ext cx="114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Biblioteca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1551" y="3148685"/>
            <a:ext cx="1962645" cy="199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58014" y="3148685"/>
            <a:ext cx="1962645" cy="199481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123797" y="264706"/>
            <a:ext cx="156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de Evaluación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Recorridos Cognitivos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App: Alejandría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2"/>
          <p:cNvCxnSpPr/>
          <p:nvPr/>
        </p:nvCxnSpPr>
        <p:spPr>
          <a:xfrm flipH="1" rot="10800000">
            <a:off x="4211309" y="1050721"/>
            <a:ext cx="419522" cy="363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2"/>
          <p:cNvCxnSpPr>
            <a:stCxn id="118" idx="0"/>
            <a:endCxn id="102" idx="2"/>
          </p:cNvCxnSpPr>
          <p:nvPr/>
        </p:nvCxnSpPr>
        <p:spPr>
          <a:xfrm rot="10800000">
            <a:off x="5632855" y="1521188"/>
            <a:ext cx="0" cy="17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5" name="Google Shape;125;p2"/>
          <p:cNvCxnSpPr/>
          <p:nvPr/>
        </p:nvCxnSpPr>
        <p:spPr>
          <a:xfrm flipH="1" rot="10800000">
            <a:off x="6638492" y="1012677"/>
            <a:ext cx="419522" cy="363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2"/>
          <p:cNvSpPr/>
          <p:nvPr/>
        </p:nvSpPr>
        <p:spPr>
          <a:xfrm>
            <a:off x="7075150" y="765925"/>
            <a:ext cx="1962600" cy="1262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2"/>
          <p:cNvGrpSpPr/>
          <p:nvPr/>
        </p:nvGrpSpPr>
        <p:grpSpPr>
          <a:xfrm>
            <a:off x="7155315" y="979375"/>
            <a:ext cx="1865329" cy="246300"/>
            <a:chOff x="2328828" y="832767"/>
            <a:chExt cx="1865329" cy="246300"/>
          </a:xfrm>
        </p:grpSpPr>
        <p:sp>
          <p:nvSpPr>
            <p:cNvPr id="128" name="Google Shape;128;p2"/>
            <p:cNvSpPr txBox="1"/>
            <p:nvPr/>
          </p:nvSpPr>
          <p:spPr>
            <a:xfrm>
              <a:off x="2485957" y="832767"/>
              <a:ext cx="1708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 a la biblioteca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7155315" y="1188350"/>
            <a:ext cx="1618736" cy="246300"/>
            <a:chOff x="2328828" y="832757"/>
            <a:chExt cx="1618736" cy="246300"/>
          </a:xfrm>
        </p:grpSpPr>
        <p:sp>
          <p:nvSpPr>
            <p:cNvPr id="131" name="Google Shape;131;p2"/>
            <p:cNvSpPr txBox="1"/>
            <p:nvPr/>
          </p:nvSpPr>
          <p:spPr>
            <a:xfrm>
              <a:off x="2485964" y="832757"/>
              <a:ext cx="1461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Añadir libro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"/>
          <p:cNvSpPr txBox="1"/>
          <p:nvPr/>
        </p:nvSpPr>
        <p:spPr>
          <a:xfrm>
            <a:off x="7054417" y="746325"/>
            <a:ext cx="202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Añadir libro a la biblioteca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7038000" y="2162649"/>
            <a:ext cx="1962600" cy="944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" name="Google Shape;135;p2"/>
          <p:cNvGrpSpPr/>
          <p:nvPr/>
        </p:nvGrpSpPr>
        <p:grpSpPr>
          <a:xfrm>
            <a:off x="7168602" y="2405425"/>
            <a:ext cx="1233250" cy="246300"/>
            <a:chOff x="2328828" y="832778"/>
            <a:chExt cx="1233250" cy="246300"/>
          </a:xfrm>
        </p:grpSpPr>
        <p:sp>
          <p:nvSpPr>
            <p:cNvPr id="136" name="Google Shape;136;p2"/>
            <p:cNvSpPr txBox="1"/>
            <p:nvPr/>
          </p:nvSpPr>
          <p:spPr>
            <a:xfrm>
              <a:off x="2485978" y="832778"/>
              <a:ext cx="10761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 a la biblioteca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2"/>
          <p:cNvGrpSpPr/>
          <p:nvPr/>
        </p:nvGrpSpPr>
        <p:grpSpPr>
          <a:xfrm>
            <a:off x="7168602" y="2614400"/>
            <a:ext cx="1861729" cy="246300"/>
            <a:chOff x="2328828" y="832768"/>
            <a:chExt cx="1861729" cy="246300"/>
          </a:xfrm>
        </p:grpSpPr>
        <p:sp>
          <p:nvSpPr>
            <p:cNvPr id="139" name="Google Shape;139;p2"/>
            <p:cNvSpPr txBox="1"/>
            <p:nvPr/>
          </p:nvSpPr>
          <p:spPr>
            <a:xfrm>
              <a:off x="2485957" y="832768"/>
              <a:ext cx="1704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Añadir ficha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2"/>
          <p:cNvSpPr txBox="1"/>
          <p:nvPr/>
        </p:nvSpPr>
        <p:spPr>
          <a:xfrm>
            <a:off x="7078080" y="2172350"/>
            <a:ext cx="1962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Añadir una ficha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2"/>
          <p:cNvCxnSpPr/>
          <p:nvPr/>
        </p:nvCxnSpPr>
        <p:spPr>
          <a:xfrm rot="10800000">
            <a:off x="7915269" y="2028650"/>
            <a:ext cx="3000" cy="14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43" name="Google Shape;143;p2"/>
          <p:cNvGrpSpPr/>
          <p:nvPr/>
        </p:nvGrpSpPr>
        <p:grpSpPr>
          <a:xfrm>
            <a:off x="7155315" y="1405025"/>
            <a:ext cx="1865335" cy="246300"/>
            <a:chOff x="2328828" y="832757"/>
            <a:chExt cx="1865335" cy="246300"/>
          </a:xfrm>
        </p:grpSpPr>
        <p:sp>
          <p:nvSpPr>
            <p:cNvPr id="144" name="Google Shape;144;p2"/>
            <p:cNvSpPr txBox="1"/>
            <p:nvPr/>
          </p:nvSpPr>
          <p:spPr>
            <a:xfrm>
              <a:off x="2485963" y="832757"/>
              <a:ext cx="1708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Seleccionar el libro de Narnia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2"/>
          <p:cNvGrpSpPr/>
          <p:nvPr/>
        </p:nvGrpSpPr>
        <p:grpSpPr>
          <a:xfrm>
            <a:off x="7164147" y="1628389"/>
            <a:ext cx="1865335" cy="400200"/>
            <a:chOff x="2328828" y="832757"/>
            <a:chExt cx="1865335" cy="400200"/>
          </a:xfrm>
        </p:grpSpPr>
        <p:sp>
          <p:nvSpPr>
            <p:cNvPr id="147" name="Google Shape;147;p2"/>
            <p:cNvSpPr txBox="1"/>
            <p:nvPr/>
          </p:nvSpPr>
          <p:spPr>
            <a:xfrm>
              <a:off x="2485963" y="832757"/>
              <a:ext cx="170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Añadirlo a la lista de Pendientes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2"/>
          <p:cNvGrpSpPr/>
          <p:nvPr/>
        </p:nvGrpSpPr>
        <p:grpSpPr>
          <a:xfrm>
            <a:off x="7177422" y="2834242"/>
            <a:ext cx="1861729" cy="246300"/>
            <a:chOff x="2328828" y="832768"/>
            <a:chExt cx="1861729" cy="246300"/>
          </a:xfrm>
        </p:grpSpPr>
        <p:sp>
          <p:nvSpPr>
            <p:cNvPr id="150" name="Google Shape;150;p2"/>
            <p:cNvSpPr txBox="1"/>
            <p:nvPr/>
          </p:nvSpPr>
          <p:spPr>
            <a:xfrm>
              <a:off x="2485957" y="832768"/>
              <a:ext cx="1704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Subirla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2"/>
          <p:cNvSpPr txBox="1"/>
          <p:nvPr/>
        </p:nvSpPr>
        <p:spPr>
          <a:xfrm>
            <a:off x="2259361" y="765914"/>
            <a:ext cx="2021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Registrarse en la app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5510" y="3148685"/>
            <a:ext cx="1962645" cy="199481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"/>
          <p:cNvSpPr/>
          <p:nvPr/>
        </p:nvSpPr>
        <p:spPr>
          <a:xfrm>
            <a:off x="2036350" y="746700"/>
            <a:ext cx="1491600" cy="943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2036345" y="377388"/>
            <a:ext cx="129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Comunidad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p3"/>
          <p:cNvGrpSpPr/>
          <p:nvPr/>
        </p:nvGrpSpPr>
        <p:grpSpPr>
          <a:xfrm>
            <a:off x="2114868" y="1022350"/>
            <a:ext cx="1449532" cy="246300"/>
            <a:chOff x="2328828" y="832776"/>
            <a:chExt cx="1449532" cy="246300"/>
          </a:xfrm>
        </p:grpSpPr>
        <p:sp>
          <p:nvSpPr>
            <p:cNvPr id="161" name="Google Shape;161;p3"/>
            <p:cNvSpPr txBox="1"/>
            <p:nvPr/>
          </p:nvSpPr>
          <p:spPr>
            <a:xfrm>
              <a:off x="2485960" y="832776"/>
              <a:ext cx="1292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 a la comunidad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3"/>
          <p:cNvGrpSpPr/>
          <p:nvPr/>
        </p:nvGrpSpPr>
        <p:grpSpPr>
          <a:xfrm>
            <a:off x="2114868" y="1231325"/>
            <a:ext cx="1449526" cy="400200"/>
            <a:chOff x="2328828" y="832766"/>
            <a:chExt cx="1449526" cy="400200"/>
          </a:xfrm>
        </p:grpSpPr>
        <p:sp>
          <p:nvSpPr>
            <p:cNvPr id="164" name="Google Shape;164;p3"/>
            <p:cNvSpPr txBox="1"/>
            <p:nvPr/>
          </p:nvSpPr>
          <p:spPr>
            <a:xfrm>
              <a:off x="2485954" y="832766"/>
              <a:ext cx="129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Enviar una solicitud a algún usuario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3"/>
          <p:cNvSpPr/>
          <p:nvPr/>
        </p:nvSpPr>
        <p:spPr>
          <a:xfrm>
            <a:off x="7162800" y="826550"/>
            <a:ext cx="1571100" cy="943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3834499" y="388350"/>
            <a:ext cx="104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Publicar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3"/>
          <p:cNvGrpSpPr/>
          <p:nvPr/>
        </p:nvGrpSpPr>
        <p:grpSpPr>
          <a:xfrm>
            <a:off x="7242969" y="1039985"/>
            <a:ext cx="919200" cy="246221"/>
            <a:chOff x="2328828" y="832766"/>
            <a:chExt cx="919200" cy="246221"/>
          </a:xfrm>
        </p:grpSpPr>
        <p:sp>
          <p:nvSpPr>
            <p:cNvPr id="169" name="Google Shape;169;p3"/>
            <p:cNvSpPr txBox="1"/>
            <p:nvPr/>
          </p:nvSpPr>
          <p:spPr>
            <a:xfrm>
              <a:off x="2485968" y="832766"/>
              <a:ext cx="76206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 al perfil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3"/>
          <p:cNvGrpSpPr/>
          <p:nvPr/>
        </p:nvGrpSpPr>
        <p:grpSpPr>
          <a:xfrm>
            <a:off x="7242969" y="1248975"/>
            <a:ext cx="1362526" cy="246300"/>
            <a:chOff x="2328828" y="832771"/>
            <a:chExt cx="1362526" cy="246300"/>
          </a:xfrm>
        </p:grpSpPr>
        <p:sp>
          <p:nvSpPr>
            <p:cNvPr id="172" name="Google Shape;172;p3"/>
            <p:cNvSpPr txBox="1"/>
            <p:nvPr/>
          </p:nvSpPr>
          <p:spPr>
            <a:xfrm>
              <a:off x="2485954" y="832771"/>
              <a:ext cx="1205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 a configuración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3"/>
          <p:cNvGrpSpPr/>
          <p:nvPr/>
        </p:nvGrpSpPr>
        <p:grpSpPr>
          <a:xfrm>
            <a:off x="7242969" y="1472925"/>
            <a:ext cx="1519724" cy="246300"/>
            <a:chOff x="2328828" y="832778"/>
            <a:chExt cx="1519724" cy="246300"/>
          </a:xfrm>
        </p:grpSpPr>
        <p:sp>
          <p:nvSpPr>
            <p:cNvPr id="175" name="Google Shape;175;p3"/>
            <p:cNvSpPr txBox="1"/>
            <p:nvPr/>
          </p:nvSpPr>
          <p:spPr>
            <a:xfrm>
              <a:off x="2485952" y="832778"/>
              <a:ext cx="13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Activar privacidad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3"/>
          <p:cNvSpPr txBox="1"/>
          <p:nvPr/>
        </p:nvSpPr>
        <p:spPr>
          <a:xfrm>
            <a:off x="7142075" y="806925"/>
            <a:ext cx="159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Cambiar configuración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5564175" y="733875"/>
            <a:ext cx="1292400" cy="943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5580551" y="388347"/>
            <a:ext cx="89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Valorar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p3"/>
          <p:cNvGrpSpPr/>
          <p:nvPr/>
        </p:nvGrpSpPr>
        <p:grpSpPr>
          <a:xfrm>
            <a:off x="5648940" y="1024875"/>
            <a:ext cx="1205333" cy="400200"/>
            <a:chOff x="2328828" y="832769"/>
            <a:chExt cx="1205333" cy="400200"/>
          </a:xfrm>
        </p:grpSpPr>
        <p:sp>
          <p:nvSpPr>
            <p:cNvPr id="181" name="Google Shape;181;p3"/>
            <p:cNvSpPr txBox="1"/>
            <p:nvPr/>
          </p:nvSpPr>
          <p:spPr>
            <a:xfrm>
              <a:off x="2485961" y="832769"/>
              <a:ext cx="104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Seleccionar libro de Narnia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3"/>
          <p:cNvGrpSpPr/>
          <p:nvPr/>
        </p:nvGrpSpPr>
        <p:grpSpPr>
          <a:xfrm>
            <a:off x="5648940" y="1355700"/>
            <a:ext cx="1205335" cy="246300"/>
            <a:chOff x="2328828" y="832758"/>
            <a:chExt cx="1205335" cy="246300"/>
          </a:xfrm>
        </p:grpSpPr>
        <p:sp>
          <p:nvSpPr>
            <p:cNvPr id="184" name="Google Shape;184;p3"/>
            <p:cNvSpPr txBox="1"/>
            <p:nvPr/>
          </p:nvSpPr>
          <p:spPr>
            <a:xfrm>
              <a:off x="2485963" y="832758"/>
              <a:ext cx="1048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Darle 4 estrellas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6" name="Google Shape;18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4705" y="3137546"/>
            <a:ext cx="1962645" cy="199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476" y="3137546"/>
            <a:ext cx="1962645" cy="199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71" y="3145136"/>
            <a:ext cx="1962645" cy="199481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"/>
          <p:cNvSpPr/>
          <p:nvPr/>
        </p:nvSpPr>
        <p:spPr>
          <a:xfrm>
            <a:off x="379475" y="733950"/>
            <a:ext cx="1398900" cy="8091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379476" y="364625"/>
            <a:ext cx="114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Librería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3"/>
          <p:cNvGrpSpPr/>
          <p:nvPr/>
        </p:nvGrpSpPr>
        <p:grpSpPr>
          <a:xfrm>
            <a:off x="490185" y="1029367"/>
            <a:ext cx="919200" cy="246221"/>
            <a:chOff x="2328828" y="832766"/>
            <a:chExt cx="919200" cy="246221"/>
          </a:xfrm>
        </p:grpSpPr>
        <p:sp>
          <p:nvSpPr>
            <p:cNvPr id="192" name="Google Shape;192;p3"/>
            <p:cNvSpPr txBox="1"/>
            <p:nvPr/>
          </p:nvSpPr>
          <p:spPr>
            <a:xfrm>
              <a:off x="2485968" y="832766"/>
              <a:ext cx="76206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 al mapa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3"/>
          <p:cNvGrpSpPr/>
          <p:nvPr/>
        </p:nvGrpSpPr>
        <p:grpSpPr>
          <a:xfrm>
            <a:off x="490185" y="1238352"/>
            <a:ext cx="919200" cy="246221"/>
            <a:chOff x="2328828" y="832766"/>
            <a:chExt cx="919200" cy="246221"/>
          </a:xfrm>
        </p:grpSpPr>
        <p:sp>
          <p:nvSpPr>
            <p:cNvPr id="195" name="Google Shape;195;p3"/>
            <p:cNvSpPr txBox="1"/>
            <p:nvPr/>
          </p:nvSpPr>
          <p:spPr>
            <a:xfrm>
              <a:off x="2485968" y="832766"/>
              <a:ext cx="762060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Buscar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7" name="Google Shape;197;p3"/>
          <p:cNvCxnSpPr/>
          <p:nvPr/>
        </p:nvCxnSpPr>
        <p:spPr>
          <a:xfrm flipH="1" rot="10800000">
            <a:off x="1778366" y="1042254"/>
            <a:ext cx="258000" cy="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3"/>
          <p:cNvCxnSpPr/>
          <p:nvPr/>
        </p:nvCxnSpPr>
        <p:spPr>
          <a:xfrm flipH="1" rot="10800000">
            <a:off x="3527955" y="971083"/>
            <a:ext cx="285900" cy="4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3"/>
          <p:cNvCxnSpPr/>
          <p:nvPr/>
        </p:nvCxnSpPr>
        <p:spPr>
          <a:xfrm flipH="1" rot="10800000">
            <a:off x="5254050" y="990746"/>
            <a:ext cx="285900" cy="4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3"/>
          <p:cNvSpPr txBox="1"/>
          <p:nvPr/>
        </p:nvSpPr>
        <p:spPr>
          <a:xfrm>
            <a:off x="7172705" y="408009"/>
            <a:ext cx="89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Perfil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3"/>
          <p:cNvCxnSpPr/>
          <p:nvPr/>
        </p:nvCxnSpPr>
        <p:spPr>
          <a:xfrm flipH="1" rot="10800000">
            <a:off x="6862579" y="990733"/>
            <a:ext cx="285900" cy="4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3"/>
          <p:cNvSpPr/>
          <p:nvPr/>
        </p:nvSpPr>
        <p:spPr>
          <a:xfrm>
            <a:off x="7193425" y="1990975"/>
            <a:ext cx="1571100" cy="943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p3"/>
          <p:cNvGrpSpPr/>
          <p:nvPr/>
        </p:nvGrpSpPr>
        <p:grpSpPr>
          <a:xfrm>
            <a:off x="7273577" y="2204425"/>
            <a:ext cx="1490953" cy="400200"/>
            <a:chOff x="2328828" y="832768"/>
            <a:chExt cx="1490953" cy="400200"/>
          </a:xfrm>
        </p:grpSpPr>
        <p:sp>
          <p:nvSpPr>
            <p:cNvPr id="204" name="Google Shape;204;p3"/>
            <p:cNvSpPr txBox="1"/>
            <p:nvPr/>
          </p:nvSpPr>
          <p:spPr>
            <a:xfrm>
              <a:off x="2485981" y="832768"/>
              <a:ext cx="133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Sacar desplegable lateral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3"/>
          <p:cNvGrpSpPr/>
          <p:nvPr/>
        </p:nvGrpSpPr>
        <p:grpSpPr>
          <a:xfrm>
            <a:off x="7273577" y="2528050"/>
            <a:ext cx="1362552" cy="246300"/>
            <a:chOff x="2328828" y="832755"/>
            <a:chExt cx="1362552" cy="246300"/>
          </a:xfrm>
        </p:grpSpPr>
        <p:sp>
          <p:nvSpPr>
            <p:cNvPr id="207" name="Google Shape;207;p3"/>
            <p:cNvSpPr txBox="1"/>
            <p:nvPr/>
          </p:nvSpPr>
          <p:spPr>
            <a:xfrm>
              <a:off x="2485980" y="832755"/>
              <a:ext cx="1205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Cerrar sesión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3"/>
          <p:cNvSpPr txBox="1"/>
          <p:nvPr/>
        </p:nvSpPr>
        <p:spPr>
          <a:xfrm>
            <a:off x="7172706" y="1971375"/>
            <a:ext cx="159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Cerrar sesión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3"/>
          <p:cNvCxnSpPr/>
          <p:nvPr/>
        </p:nvCxnSpPr>
        <p:spPr>
          <a:xfrm rot="10800000">
            <a:off x="7862239" y="1774593"/>
            <a:ext cx="0" cy="20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1" name="Google Shape;211;p3"/>
          <p:cNvSpPr/>
          <p:nvPr/>
        </p:nvSpPr>
        <p:spPr>
          <a:xfrm>
            <a:off x="3814025" y="733950"/>
            <a:ext cx="1491600" cy="943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" name="Google Shape;212;p3"/>
          <p:cNvGrpSpPr/>
          <p:nvPr/>
        </p:nvGrpSpPr>
        <p:grpSpPr>
          <a:xfrm>
            <a:off x="3881907" y="1023228"/>
            <a:ext cx="1449546" cy="400200"/>
            <a:chOff x="2328828" y="832756"/>
            <a:chExt cx="1449546" cy="400200"/>
          </a:xfrm>
        </p:grpSpPr>
        <p:sp>
          <p:nvSpPr>
            <p:cNvPr id="213" name="Google Shape;213;p3"/>
            <p:cNvSpPr txBox="1"/>
            <p:nvPr/>
          </p:nvSpPr>
          <p:spPr>
            <a:xfrm>
              <a:off x="2485974" y="832756"/>
              <a:ext cx="129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 a la sección para publicar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3"/>
          <p:cNvGrpSpPr/>
          <p:nvPr/>
        </p:nvGrpSpPr>
        <p:grpSpPr>
          <a:xfrm>
            <a:off x="3881907" y="1355695"/>
            <a:ext cx="919140" cy="246300"/>
            <a:chOff x="2328828" y="832766"/>
            <a:chExt cx="919140" cy="246300"/>
          </a:xfrm>
        </p:grpSpPr>
        <p:sp>
          <p:nvSpPr>
            <p:cNvPr id="216" name="Google Shape;216;p3"/>
            <p:cNvSpPr txBox="1"/>
            <p:nvPr/>
          </p:nvSpPr>
          <p:spPr>
            <a:xfrm>
              <a:off x="2485968" y="832766"/>
              <a:ext cx="762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Subir libro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3"/>
          <p:cNvSpPr txBox="1"/>
          <p:nvPr/>
        </p:nvSpPr>
        <p:spPr>
          <a:xfrm>
            <a:off x="379472" y="772250"/>
            <a:ext cx="139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Buscar librería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 txBox="1"/>
          <p:nvPr/>
        </p:nvSpPr>
        <p:spPr>
          <a:xfrm>
            <a:off x="2048697" y="772250"/>
            <a:ext cx="139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Añadir a un usuario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"/>
          <p:cNvSpPr txBox="1"/>
          <p:nvPr/>
        </p:nvSpPr>
        <p:spPr>
          <a:xfrm>
            <a:off x="3834510" y="772250"/>
            <a:ext cx="139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Publicar un libro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"/>
          <p:cNvSpPr txBox="1"/>
          <p:nvPr/>
        </p:nvSpPr>
        <p:spPr>
          <a:xfrm>
            <a:off x="5552635" y="772250"/>
            <a:ext cx="1398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Valorar un libro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2010-04-12T23:12:02Z</dcterms:created>
  <dc:creator>Diana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